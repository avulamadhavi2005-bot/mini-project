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5C821-C5DE-AD6A-C912-D720B9D78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A25DB4-27E9-31C7-29A0-8E53F6C98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E7D5A-0313-E027-1257-168F0634B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F0845-52C4-4005-A166-C2CAD301E12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7CF1E-D3E0-CFE9-4BB0-6788C2E69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4A611-6117-69FD-6F11-EBBC1B93C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F75FD-1DD0-4DA1-9371-88160C4ED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498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96D59-5746-35EE-1085-3A4F2AF7C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6DC20-079D-9528-C03D-6B844E2AB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63D95-6FC6-06C4-480E-AC0D07710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F0845-52C4-4005-A166-C2CAD301E12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1FAD7-358C-4FF5-3C45-F94013B3B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3EA5C-8402-1F5F-008E-775DFF76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F75FD-1DD0-4DA1-9371-88160C4ED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409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087A4-9EAB-52D6-58A3-56DD7A89F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3A89E-2FB3-C50A-9915-6A42F9252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6451-117B-78DE-2074-D03555B1D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F0845-52C4-4005-A166-C2CAD301E12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4BAF6-9FAE-D01E-C9AE-3E9A6860C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3462F-EE89-60C6-6E49-7E0BFF4B8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F75FD-1DD0-4DA1-9371-88160C4ED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656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864DD-97BC-0B35-BFA8-919AFA7FF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53E25-4017-49CA-7061-9345426A01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D0A0E0-E3BD-E305-D56D-CA257D2F5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03670-E770-955A-07F2-901B4C7F4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F0845-52C4-4005-A166-C2CAD301E12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77AA8B-137A-8B1B-4810-BB059E202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44FFA-BC04-F801-9C6A-5FF84850A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F75FD-1DD0-4DA1-9371-88160C4ED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416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DB2DB-0189-C4B7-E3D7-F5A75B3B5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DB177-9162-32D0-7EB9-D15F4F55E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AD9145-8EF5-B4CF-1ED0-AB2648799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E024D1-2FCE-A682-E7D6-BFFA092123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0BA8E9-B08F-EEC6-0C6D-FEBA8051D8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5AD4C5-137D-12A6-9EA9-577AA9721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F0845-52C4-4005-A166-C2CAD301E12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96179D-F50C-E889-CA7F-F127FEF72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950949-06F9-15CB-814B-EDC62908E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F75FD-1DD0-4DA1-9371-88160C4ED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599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5B1E4-C43A-2F2A-6615-4EEA46A13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1A4B2-2A33-FB7F-622C-8E2D8998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F0845-52C4-4005-A166-C2CAD301E12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5275B8-BC5F-9B4A-CF72-918A3A843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16518-7A0D-DFDA-A7C6-586778BE8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F75FD-1DD0-4DA1-9371-88160C4ED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359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6E353B-34C8-BA99-CB46-44B06D240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F0845-52C4-4005-A166-C2CAD301E12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437723-F37F-CBFF-ABCB-3A203675C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455B9-EAD2-F5F8-5EB9-C26C53B4F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F75FD-1DD0-4DA1-9371-88160C4ED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155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E720A-34E9-BC65-2C7B-6761A0A14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F3D9F-1334-C2EC-AD22-CF663263F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FD32A6-E3C1-D09B-FDB5-9E8D37E4C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C37C5B-3FC0-D7C5-E02F-0E939C10E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F0845-52C4-4005-A166-C2CAD301E12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0F6E8-8603-202C-058F-D984D2AEF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B51D1-6B6B-B9F6-B923-D3FE60F75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F75FD-1DD0-4DA1-9371-88160C4ED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207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C3D92-248D-B4BE-F298-74D5ED21B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EC88A5-FB51-DDF0-26AD-39C21A71B3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138FF3-F33D-FB27-F16B-C56D261B6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733418-4F09-2F86-D336-803779B97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F0845-52C4-4005-A166-C2CAD301E12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11C99-4EB5-6B8F-B2E7-1B99B6E7F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4BD17-07FC-07F3-75CE-72F466CCF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F75FD-1DD0-4DA1-9371-88160C4ED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19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F079E-E2FC-BBA1-384A-A8258BB95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7949B3-7C10-4E9E-275C-2A58A8369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3BEAC-2459-555C-C594-9653402E7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F0845-52C4-4005-A166-C2CAD301E12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C7770-E79A-6743-9499-149709056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4EC0B-D135-7918-DD98-DAB78CCFC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F75FD-1DD0-4DA1-9371-88160C4ED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073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989E2F-C4FD-C644-AE97-2065E5292F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CED06-6E0E-AE25-C591-87B6F2159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2B138-CF3A-7B79-B83E-D31656A1C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F0845-52C4-4005-A166-C2CAD301E12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09D4C-D948-4ACB-AA3C-EED10A9B2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7704B-D990-E6DC-053A-F6DF9564D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F75FD-1DD0-4DA1-9371-88160C4ED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72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979692-D314-57F6-1C46-B1EAE6AD9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C1301-4E11-B0B1-DD0E-621354A5E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B6A3D-02D1-0A6B-5C4B-A4C72E9569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5F0845-52C4-4005-A166-C2CAD301E12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89F0C-B2AA-5969-05F8-F0DA58C1A4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A70EA-3196-3637-F89B-90B77C896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F75FD-1DD0-4DA1-9371-88160C4ED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881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9CF6A-9C39-F973-9063-B19C15C89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36914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dirty="0"/>
              <a:t>                     </a:t>
            </a:r>
            <a:r>
              <a:rPr lang="en-IN" sz="5400" dirty="0">
                <a:solidFill>
                  <a:schemeClr val="accent2">
                    <a:lumMod val="75000"/>
                  </a:schemeClr>
                </a:solidFill>
              </a:rPr>
              <a:t>Mini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34CC9-6D9F-B96C-1FB6-C5DC70B67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5740" y="2522137"/>
            <a:ext cx="8420519" cy="27532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 </a:t>
            </a:r>
            <a:r>
              <a:rPr lang="en-IN" sz="2600" dirty="0"/>
              <a:t>Project </a:t>
            </a:r>
            <a:r>
              <a:rPr lang="en-IN" sz="2600" dirty="0">
                <a:solidFill>
                  <a:schemeClr val="accent3">
                    <a:lumMod val="75000"/>
                  </a:schemeClr>
                </a:solidFill>
              </a:rPr>
              <a:t>Title    </a:t>
            </a: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:</a:t>
            </a:r>
            <a:r>
              <a:rPr lang="en-IN" sz="2400" dirty="0">
                <a:solidFill>
                  <a:schemeClr val="accent3">
                    <a:lumMod val="75000"/>
                  </a:schemeClr>
                </a:solidFill>
              </a:rPr>
              <a:t>  </a:t>
            </a:r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Appointment Booking System 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sz="2400" dirty="0">
                <a:solidFill>
                  <a:schemeClr val="accent3">
                    <a:lumMod val="75000"/>
                  </a:schemeClr>
                </a:solidFill>
              </a:rPr>
              <a:t>Developed By   </a:t>
            </a:r>
            <a:r>
              <a:rPr lang="en-IN" sz="2300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en-IN" sz="23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AVULA MADHAVI(23AK1A05A3)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IN" sz="2400" dirty="0">
                <a:solidFill>
                  <a:schemeClr val="accent3">
                    <a:lumMod val="75000"/>
                  </a:schemeClr>
                </a:solidFill>
              </a:rPr>
              <a:t>Department      :</a:t>
            </a:r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Computer science and engineering.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College Name : </a:t>
            </a:r>
            <a:r>
              <a:rPr lang="en-IN" sz="24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Annamacharya</a:t>
            </a:r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institute of technology and 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                               sciences ,Tirupati .                                                                                                                                                  </a:t>
            </a:r>
            <a:endParaRPr lang="en-IN" sz="240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 algn="r">
              <a:buNone/>
            </a:pPr>
            <a:endParaRPr lang="en-IN" sz="240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IN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968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2474E-893E-3398-F277-CB12B4E13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6"/>
                </a:solidFill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BA727-AA4D-30DB-B81A-FAD3D7481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407" y="1690688"/>
            <a:ext cx="878518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Traditional appointment booking methods are manual and time-consuming.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5"/>
                </a:solidFill>
              </a:rPr>
              <a:t>Problems: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Data loss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Human errors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Time-consuming process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Difficult record management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5"/>
                </a:solidFill>
              </a:rPr>
              <a:t>Solution:</a:t>
            </a:r>
          </a:p>
          <a:p>
            <a:pPr marL="0" indent="0">
              <a:buNone/>
            </a:pPr>
            <a:r>
              <a:rPr lang="en-IN" sz="2400" dirty="0"/>
              <a:t>       Develop an Appointment Booking System using </a:t>
            </a:r>
            <a:r>
              <a:rPr lang="en-IN" sz="2400" dirty="0" err="1"/>
              <a:t>JSP,JDBC,MySQL</a:t>
            </a:r>
            <a:r>
              <a:rPr lang="en-IN" sz="2400" dirty="0"/>
              <a:t>, and Tomcat.</a:t>
            </a:r>
          </a:p>
        </p:txBody>
      </p:sp>
    </p:spTree>
    <p:extLst>
      <p:ext uri="{BB962C8B-B14F-4D97-AF65-F5344CB8AC3E}">
        <p14:creationId xmlns:p14="http://schemas.microsoft.com/office/powerpoint/2010/main" val="2766689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58E07-B42F-909C-B786-68C054288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60" y="25941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92D050"/>
                </a:solidFill>
              </a:rPr>
              <a:t>Methodology/Technology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8626E-DFA0-8309-8460-75BB8E68C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7011" y="1584978"/>
            <a:ext cx="8199455" cy="48405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300" dirty="0">
                <a:solidFill>
                  <a:schemeClr val="accent4">
                    <a:lumMod val="50000"/>
                  </a:schemeClr>
                </a:solidFill>
              </a:rPr>
              <a:t>Technology used:</a:t>
            </a:r>
          </a:p>
          <a:p>
            <a:r>
              <a:rPr lang="en-IN" sz="2000" dirty="0"/>
              <a:t>Frontend:- JSP,HTML,CSS</a:t>
            </a:r>
          </a:p>
          <a:p>
            <a:r>
              <a:rPr lang="en-IN" sz="2000" dirty="0"/>
              <a:t>Backend:-Java(JDBC)</a:t>
            </a:r>
          </a:p>
          <a:p>
            <a:r>
              <a:rPr lang="en-IN" sz="2000" dirty="0"/>
              <a:t>Database:-MySQL</a:t>
            </a:r>
          </a:p>
          <a:p>
            <a:r>
              <a:rPr lang="en-IN" sz="2000" dirty="0" err="1"/>
              <a:t>Server:Apache</a:t>
            </a:r>
            <a:r>
              <a:rPr lang="en-IN" sz="2000" dirty="0"/>
              <a:t> Tomcat</a:t>
            </a:r>
          </a:p>
          <a:p>
            <a:r>
              <a:rPr lang="en-IN" sz="2000" dirty="0"/>
              <a:t>IDE:-Eclipse</a:t>
            </a:r>
          </a:p>
          <a:p>
            <a:pPr marL="0" indent="0">
              <a:buNone/>
            </a:pPr>
            <a:r>
              <a:rPr lang="en-IN" sz="2300" dirty="0">
                <a:solidFill>
                  <a:schemeClr val="accent4">
                    <a:lumMod val="50000"/>
                  </a:schemeClr>
                </a:solidFill>
              </a:rPr>
              <a:t>Workflow:</a:t>
            </a:r>
          </a:p>
          <a:p>
            <a:pPr marL="457200" indent="-457200">
              <a:buAutoNum type="arabicPeriod"/>
            </a:pPr>
            <a:r>
              <a:rPr lang="en-IN" sz="2000" dirty="0"/>
              <a:t>User enters details.</a:t>
            </a:r>
          </a:p>
          <a:p>
            <a:pPr marL="457200" indent="-457200">
              <a:buAutoNum type="arabicPeriod"/>
            </a:pPr>
            <a:r>
              <a:rPr lang="en-IN" sz="2000" dirty="0"/>
              <a:t>Form submits data.</a:t>
            </a:r>
          </a:p>
          <a:p>
            <a:pPr marL="457200" indent="-457200">
              <a:buAutoNum type="arabicPeriod"/>
            </a:pPr>
            <a:r>
              <a:rPr lang="en-IN" sz="2000" dirty="0"/>
              <a:t>JDBC connects to MySQL.</a:t>
            </a:r>
          </a:p>
          <a:p>
            <a:pPr marL="457200" indent="-457200">
              <a:buAutoNum type="arabicPeriod"/>
            </a:pPr>
            <a:r>
              <a:rPr lang="en-IN" sz="2000" dirty="0"/>
              <a:t>Data stored in database.</a:t>
            </a:r>
          </a:p>
          <a:p>
            <a:pPr marL="457200" indent="-457200">
              <a:buAutoNum type="arabicPeriod"/>
            </a:pPr>
            <a:r>
              <a:rPr lang="en-IN" sz="2000" dirty="0"/>
              <a:t>Success message displayed.</a:t>
            </a:r>
          </a:p>
          <a:p>
            <a:pPr marL="0" indent="0">
              <a:buNone/>
            </a:pPr>
            <a:endParaRPr lang="en-IN" sz="23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118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30AED-1853-E472-E9F3-3CD9BD73F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734" y="9812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Project Output</a:t>
            </a:r>
            <a:endParaRPr lang="en-IN" sz="40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44885-D749-7D6E-27D7-5AAE3498A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734" y="1276141"/>
            <a:ext cx="11732288" cy="5295481"/>
          </a:xfrm>
        </p:spPr>
        <p:txBody>
          <a:bodyPr/>
          <a:lstStyle/>
          <a:p>
            <a:r>
              <a:rPr lang="en-US" sz="2000" dirty="0"/>
              <a:t>User can book appointments online.</a:t>
            </a:r>
          </a:p>
          <a:p>
            <a:r>
              <a:rPr lang="en-US" sz="2000" dirty="0"/>
              <a:t>Appointment details are stored in MySQL.</a:t>
            </a:r>
          </a:p>
          <a:p>
            <a:r>
              <a:rPr lang="en-US" sz="2000" dirty="0"/>
              <a:t>Success confirmation is displayed.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E581A4-9146-7E4E-D979-0B298CC36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" r="52156" b="34753"/>
          <a:stretch>
            <a:fillRect/>
          </a:stretch>
        </p:blipFill>
        <p:spPr>
          <a:xfrm>
            <a:off x="627184" y="2789445"/>
            <a:ext cx="3050513" cy="336014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00FBDC-6FC4-5AEC-1538-42A5E61E02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86" b="26300"/>
          <a:stretch>
            <a:fillRect/>
          </a:stretch>
        </p:blipFill>
        <p:spPr>
          <a:xfrm>
            <a:off x="4079631" y="2789445"/>
            <a:ext cx="4381081" cy="32898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D2F61B-4D34-955E-495B-8F95CCDBD8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" t="3284" r="55586" b="49195"/>
          <a:stretch>
            <a:fillRect/>
          </a:stretch>
        </p:blipFill>
        <p:spPr>
          <a:xfrm>
            <a:off x="8681776" y="2789444"/>
            <a:ext cx="3180303" cy="32898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27359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6D536-EB04-39B1-4CEB-C8164BFBB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3962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1AC2B-D53E-2C4F-C538-4EAAD4A99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639" y="1979525"/>
            <a:ext cx="8671729" cy="33762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dirty="0"/>
              <a:t>              The Appointment Booking System successfully automates the appointment booking process and stores records in a database.</a:t>
            </a:r>
          </a:p>
          <a:p>
            <a:pPr marL="0" indent="0">
              <a:buNone/>
            </a:pPr>
            <a:r>
              <a:rPr lang="en-IN" sz="2200" dirty="0">
                <a:solidFill>
                  <a:schemeClr val="accent2"/>
                </a:solidFill>
              </a:rPr>
              <a:t>Future Enhancements:</a:t>
            </a:r>
          </a:p>
          <a:p>
            <a:r>
              <a:rPr lang="en-IN" sz="2200" dirty="0"/>
              <a:t>Admin login</a:t>
            </a:r>
          </a:p>
          <a:p>
            <a:r>
              <a:rPr lang="en-IN" sz="2200" dirty="0"/>
              <a:t>Appointment Cancellation</a:t>
            </a:r>
          </a:p>
          <a:p>
            <a:r>
              <a:rPr lang="en-IN" sz="2200" dirty="0"/>
              <a:t>Email notification</a:t>
            </a:r>
          </a:p>
          <a:p>
            <a:r>
              <a:rPr lang="en-IN" sz="2200" dirty="0"/>
              <a:t>Mobile application support</a:t>
            </a:r>
          </a:p>
        </p:txBody>
      </p:sp>
    </p:spTree>
    <p:extLst>
      <p:ext uri="{BB962C8B-B14F-4D97-AF65-F5344CB8AC3E}">
        <p14:creationId xmlns:p14="http://schemas.microsoft.com/office/powerpoint/2010/main" val="755974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7</TotalTime>
  <Words>190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 Theme</vt:lpstr>
      <vt:lpstr>                     Mini Project</vt:lpstr>
      <vt:lpstr>Problem Statement</vt:lpstr>
      <vt:lpstr>Methodology/Technology Used</vt:lpstr>
      <vt:lpstr>Project Output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anjali75697@gmail.com</dc:creator>
  <cp:lastModifiedBy>A Anjali</cp:lastModifiedBy>
  <cp:revision>1</cp:revision>
  <dcterms:created xsi:type="dcterms:W3CDTF">2026-06-25T12:00:47Z</dcterms:created>
  <dcterms:modified xsi:type="dcterms:W3CDTF">2026-06-25T12:11:10Z</dcterms:modified>
</cp:coreProperties>
</file>